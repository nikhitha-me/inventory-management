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B6BF-161F-DFA4-5064-B33F14AC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056" y="1079778"/>
            <a:ext cx="9985887" cy="4052659"/>
          </a:xfrm>
        </p:spPr>
        <p:txBody>
          <a:bodyPr>
            <a:normAutofit/>
          </a:bodyPr>
          <a:lstStyle/>
          <a:p>
            <a:r>
              <a:rPr lang="en-IN" sz="5400" dirty="0"/>
              <a:t>Inventory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51470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97FA-0844-88CE-0DBE-738A1241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32" y="237105"/>
            <a:ext cx="4789097" cy="880868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380A-1A2C-AD94-B7F9-57E10025A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420" y="1753141"/>
            <a:ext cx="10413148" cy="4460846"/>
          </a:xfrm>
        </p:spPr>
        <p:txBody>
          <a:bodyPr/>
          <a:lstStyle/>
          <a:p>
            <a:r>
              <a:rPr lang="en-US" sz="2800" dirty="0"/>
              <a:t>This project is a full-stack web application developed using React for the frontend and Spring Boot for the backend. </a:t>
            </a:r>
          </a:p>
          <a:p>
            <a:r>
              <a:rPr lang="en-US" sz="2800" dirty="0"/>
              <a:t>The main objective of the project is to manage customer data efficiently, automate storage of records, provide secure authentication, and integrate cloud-based services such as Google Sheets. </a:t>
            </a:r>
          </a:p>
          <a:p>
            <a:r>
              <a:rPr lang="en-US" sz="2800" dirty="0"/>
              <a:t>The system also includes an email notification module for low stack of products.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870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A4B0-1ACD-CACB-A56C-0E675568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94" y="335427"/>
            <a:ext cx="5850980" cy="1041089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DED5A-20EE-2919-AB0A-71E95B861A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9754" y="1376516"/>
            <a:ext cx="10167341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800" dirty="0"/>
              <a:t>To design and develop a secured and scalable web application.</a:t>
            </a:r>
          </a:p>
          <a:p>
            <a:r>
              <a:rPr lang="en-US" sz="2800" dirty="0"/>
              <a:t>To implement backend APIs using Spring Boot framework.</a:t>
            </a:r>
          </a:p>
          <a:p>
            <a:r>
              <a:rPr lang="en-US" sz="2800" dirty="0"/>
              <a:t>To manage data storage using MySQL and JPA.</a:t>
            </a:r>
          </a:p>
          <a:p>
            <a:r>
              <a:rPr lang="en-US" sz="2800" dirty="0"/>
              <a:t>To provide authentication using Spring Security &amp; JWT.</a:t>
            </a:r>
          </a:p>
          <a:p>
            <a:r>
              <a:rPr lang="en-US" sz="2800" dirty="0"/>
              <a:t>To include validations, email service, and Google API integration.</a:t>
            </a:r>
          </a:p>
          <a:p>
            <a:r>
              <a:rPr lang="en-US" sz="2800" dirty="0"/>
              <a:t>To test features using JUnit and ensure reliability.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2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3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9F03-BBFD-CE7E-E24C-66977AC6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33" y="335428"/>
            <a:ext cx="5497020" cy="1060754"/>
          </a:xfrm>
        </p:spPr>
        <p:txBody>
          <a:bodyPr/>
          <a:lstStyle/>
          <a:p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9ADF-55BA-B0D9-C8F5-5430FE13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917" y="1917291"/>
            <a:ext cx="9262774" cy="3903406"/>
          </a:xfrm>
        </p:spPr>
        <p:txBody>
          <a:bodyPr/>
          <a:lstStyle/>
          <a:p>
            <a:r>
              <a:rPr lang="en-US" sz="2800" dirty="0"/>
              <a:t>The system is a backend-driven application with REST APIs.</a:t>
            </a:r>
          </a:p>
          <a:p>
            <a:r>
              <a:rPr lang="en-US" sz="2800" dirty="0"/>
              <a:t>Frontend communicates with backend via HTTP requests.</a:t>
            </a:r>
          </a:p>
          <a:p>
            <a:r>
              <a:rPr lang="en-US" sz="2800" dirty="0"/>
              <a:t>Backend handles business logic, validations, authentication, and database interactions.</a:t>
            </a:r>
          </a:p>
          <a:p>
            <a:r>
              <a:rPr lang="en-US" sz="2800" dirty="0"/>
              <a:t>Supports external services like email and Google APIs.</a:t>
            </a:r>
          </a:p>
          <a:p>
            <a:r>
              <a:rPr lang="en-US" sz="2800" dirty="0"/>
              <a:t>Ensures secure and fast data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12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48C2-39EE-A115-3B05-EA3712F3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71" y="335427"/>
            <a:ext cx="6313096" cy="1041089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00E7-2BF8-8C03-9A90-EFD3E856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232" y="1799350"/>
            <a:ext cx="9252941" cy="4522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 </a:t>
            </a:r>
            <a:r>
              <a:rPr lang="en-IN" sz="2800" b="1" dirty="0"/>
              <a:t>Key Layers</a:t>
            </a:r>
          </a:p>
          <a:p>
            <a:r>
              <a:rPr lang="en-IN" sz="2800" b="1" dirty="0"/>
              <a:t>Frontend Layer:</a:t>
            </a:r>
            <a:r>
              <a:rPr lang="en-IN" sz="2800" dirty="0"/>
              <a:t> UI interface (React/Tailwind </a:t>
            </a:r>
            <a:r>
              <a:rPr lang="en-IN" sz="2800" dirty="0" err="1"/>
              <a:t>css</a:t>
            </a:r>
            <a:r>
              <a:rPr lang="en-IN" sz="2800" dirty="0"/>
              <a:t>).</a:t>
            </a:r>
          </a:p>
          <a:p>
            <a:r>
              <a:rPr lang="en-IN" sz="2800" b="1" dirty="0"/>
              <a:t>Backend Layer:</a:t>
            </a:r>
            <a:r>
              <a:rPr lang="en-IN" sz="2800" dirty="0"/>
              <a:t> Spring Boot controllers, services, repositories.</a:t>
            </a:r>
          </a:p>
          <a:p>
            <a:r>
              <a:rPr lang="en-IN" sz="2800" b="1" dirty="0"/>
              <a:t>Security Layer:</a:t>
            </a:r>
            <a:r>
              <a:rPr lang="en-IN" sz="2800" dirty="0"/>
              <a:t> Spring Security &amp; JWT for authentication.</a:t>
            </a:r>
          </a:p>
          <a:p>
            <a:r>
              <a:rPr lang="en-IN" sz="2800" b="1" dirty="0"/>
              <a:t>Database Layer:</a:t>
            </a:r>
            <a:r>
              <a:rPr lang="en-IN" sz="2800" dirty="0"/>
              <a:t> MySQL with JPA ORM.</a:t>
            </a:r>
          </a:p>
          <a:p>
            <a:r>
              <a:rPr lang="en-IN" sz="2800" b="1" dirty="0"/>
              <a:t>Integration Layer:</a:t>
            </a:r>
            <a:r>
              <a:rPr lang="en-IN" sz="2800" dirty="0"/>
              <a:t> Google Sheets, Google OAuth, Email service.</a:t>
            </a:r>
          </a:p>
          <a:p>
            <a:r>
              <a:rPr lang="en-IN" sz="2800" b="1" dirty="0"/>
              <a:t>Testing Layer:</a:t>
            </a:r>
            <a:r>
              <a:rPr lang="en-IN" sz="2800" dirty="0"/>
              <a:t> JUnit and Spring Boot Test framework.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10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6DF6-EDD7-642F-9247-9F434AF8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15" y="168279"/>
            <a:ext cx="7178335" cy="1139411"/>
          </a:xfrm>
        </p:spPr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6C97-88F8-983D-1676-021750F26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6841" y="1654819"/>
            <a:ext cx="5015533" cy="453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Backend Technologies</a:t>
            </a:r>
          </a:p>
          <a:p>
            <a:r>
              <a:rPr lang="en-IN" sz="2800" dirty="0"/>
              <a:t>Spring Boot Web, JPA, Validation</a:t>
            </a:r>
          </a:p>
          <a:p>
            <a:r>
              <a:rPr lang="en-IN" sz="2800" dirty="0"/>
              <a:t>Java 21</a:t>
            </a:r>
          </a:p>
          <a:p>
            <a:r>
              <a:rPr lang="en-IN" sz="2800" dirty="0"/>
              <a:t>MySQL database</a:t>
            </a:r>
          </a:p>
          <a:p>
            <a:r>
              <a:rPr lang="en-IN" sz="2800" dirty="0"/>
              <a:t>Spring Mail Service</a:t>
            </a:r>
          </a:p>
          <a:p>
            <a:r>
              <a:rPr lang="en-IN" sz="2800" dirty="0"/>
              <a:t>JWT for token-based security</a:t>
            </a:r>
          </a:p>
          <a:p>
            <a:r>
              <a:rPr lang="en-IN" sz="2800" dirty="0"/>
              <a:t>Google API Client (Sheets, Drive, OAuth)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64D86-2060-5B5D-2CDA-A83EA1B93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1074" y="1751615"/>
            <a:ext cx="5390487" cy="4442708"/>
          </a:xfrm>
        </p:spPr>
        <p:txBody>
          <a:bodyPr>
            <a:normAutofit/>
          </a:bodyPr>
          <a:lstStyle/>
          <a:p>
            <a:r>
              <a:rPr lang="en-US" sz="2800" b="1" dirty="0"/>
              <a:t>Frontend</a:t>
            </a:r>
          </a:p>
          <a:p>
            <a:r>
              <a:rPr lang="en-US" sz="2800" dirty="0"/>
              <a:t>React / HTML / CSS (if applicable)</a:t>
            </a:r>
          </a:p>
          <a:p>
            <a:endParaRPr lang="en-IN" sz="2800" dirty="0"/>
          </a:p>
          <a:p>
            <a:r>
              <a:rPr lang="en-US" sz="2800" b="1" dirty="0"/>
              <a:t>Build &amp; Tools</a:t>
            </a:r>
          </a:p>
          <a:p>
            <a:r>
              <a:rPr lang="en-US" sz="2800" dirty="0"/>
              <a:t>Maven</a:t>
            </a:r>
          </a:p>
          <a:p>
            <a:r>
              <a:rPr lang="en-US" sz="2800" dirty="0"/>
              <a:t>JUnit </a:t>
            </a:r>
          </a:p>
          <a:p>
            <a:r>
              <a:rPr lang="en-US" sz="2800" dirty="0"/>
              <a:t>Spring Boot Maven Plugin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08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9E3A-7026-3E82-95D3-0A7966C4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7" y="207608"/>
            <a:ext cx="5709838" cy="1060753"/>
          </a:xfrm>
        </p:spPr>
        <p:txBody>
          <a:bodyPr/>
          <a:lstStyle/>
          <a:p>
            <a:r>
              <a:rPr lang="en-IN" dirty="0"/>
              <a:t>Frontend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3EAA-1A35-A671-2C74-7E217321F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4829" y="1409011"/>
            <a:ext cx="6234734" cy="852408"/>
          </a:xfrm>
        </p:spPr>
        <p:txBody>
          <a:bodyPr>
            <a:normAutofit/>
          </a:bodyPr>
          <a:lstStyle/>
          <a:p>
            <a:r>
              <a:rPr lang="en-IN" sz="2800" dirty="0"/>
              <a:t>SIGN IN / LOGIN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64D0EA-97E6-E0BC-EC98-CCBB5AC05D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1305" y="2059839"/>
            <a:ext cx="9066424" cy="4268855"/>
          </a:xfrm>
        </p:spPr>
      </p:pic>
    </p:spTree>
    <p:extLst>
      <p:ext uri="{BB962C8B-B14F-4D97-AF65-F5344CB8AC3E}">
        <p14:creationId xmlns:p14="http://schemas.microsoft.com/office/powerpoint/2010/main" val="258432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7B46F1-6082-429F-70C9-67941B950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478" y="1486970"/>
            <a:ext cx="4270248" cy="704087"/>
          </a:xfrm>
        </p:spPr>
        <p:txBody>
          <a:bodyPr>
            <a:normAutofit/>
          </a:bodyPr>
          <a:lstStyle/>
          <a:p>
            <a:r>
              <a:rPr lang="en-IN" sz="2400" dirty="0"/>
              <a:t>Customer dashboard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03C45DC-5259-CDB0-415C-6AAF1973E1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6221" y="2631973"/>
            <a:ext cx="6132095" cy="3135728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C5B7F1-0D4A-D26D-2344-380FCBF0000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39236" y="2631972"/>
            <a:ext cx="5546543" cy="313572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4DBCC-2534-CE1D-CCF9-E25F8A7CC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1486970"/>
            <a:ext cx="4270248" cy="704087"/>
          </a:xfrm>
        </p:spPr>
        <p:txBody>
          <a:bodyPr>
            <a:normAutofit/>
          </a:bodyPr>
          <a:lstStyle/>
          <a:p>
            <a:r>
              <a:rPr lang="en-IN" sz="2400" dirty="0"/>
              <a:t>Admin dashboard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CF6C7D-010D-F296-5ABD-EFD0A0E9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8" y="237105"/>
            <a:ext cx="6273767" cy="1001760"/>
          </a:xfrm>
        </p:spPr>
        <p:txBody>
          <a:bodyPr/>
          <a:lstStyle/>
          <a:p>
            <a:r>
              <a:rPr lang="en-IN" dirty="0"/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4174058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0567-87CE-590D-1C58-B1C48E3A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639" y="256770"/>
            <a:ext cx="6490077" cy="1041089"/>
          </a:xfrm>
        </p:spPr>
        <p:txBody>
          <a:bodyPr/>
          <a:lstStyle/>
          <a:p>
            <a:r>
              <a:rPr lang="en-IN" dirty="0"/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AC34-EF4F-2C60-4925-DB4C162B8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575" y="1772804"/>
            <a:ext cx="9429922" cy="4962292"/>
          </a:xfrm>
        </p:spPr>
        <p:txBody>
          <a:bodyPr>
            <a:normAutofit/>
          </a:bodyPr>
          <a:lstStyle/>
          <a:p>
            <a:r>
              <a:rPr lang="en-IN" sz="2400" dirty="0"/>
              <a:t> </a:t>
            </a:r>
            <a:r>
              <a:rPr lang="en-IN" sz="2400" b="1" dirty="0"/>
              <a:t>Authentication Module:</a:t>
            </a:r>
            <a:r>
              <a:rPr lang="en-IN" sz="2400" dirty="0"/>
              <a:t> User login, JWT generation</a:t>
            </a:r>
          </a:p>
          <a:p>
            <a:r>
              <a:rPr lang="en-IN" sz="2400" dirty="0"/>
              <a:t> </a:t>
            </a:r>
            <a:r>
              <a:rPr lang="en-US" sz="2400" b="1" dirty="0"/>
              <a:t>Validation Module:</a:t>
            </a:r>
            <a:r>
              <a:rPr lang="en-US" sz="2400" dirty="0"/>
              <a:t> Input checks using validation annotations.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Email Module:</a:t>
            </a:r>
            <a:r>
              <a:rPr lang="en-US" sz="2400" dirty="0"/>
              <a:t> Notifications and OTP-based communication.</a:t>
            </a:r>
          </a:p>
          <a:p>
            <a:r>
              <a:rPr lang="en-US" sz="2400" dirty="0"/>
              <a:t> </a:t>
            </a:r>
            <a:r>
              <a:rPr lang="en-US" sz="2400" b="1" dirty="0"/>
              <a:t>Google Sheets &amp; OAuth Module:</a:t>
            </a:r>
            <a:r>
              <a:rPr lang="en-US" sz="2400" dirty="0"/>
              <a:t> Data interaction with Google services.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Business Logic Module:</a:t>
            </a:r>
            <a:r>
              <a:rPr lang="en-US" sz="2400" dirty="0"/>
              <a:t> Handles all service workflows.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Database Module:</a:t>
            </a:r>
            <a:r>
              <a:rPr lang="en-US" sz="2400" dirty="0"/>
              <a:t> Table creation, relationships, CRUD operations.</a:t>
            </a:r>
          </a:p>
          <a:p>
            <a:r>
              <a:rPr lang="en-US" sz="2400" dirty="0"/>
              <a:t> </a:t>
            </a:r>
            <a:r>
              <a:rPr lang="da-DK" sz="2400" b="1" dirty="0"/>
              <a:t>Exception Handling Module:</a:t>
            </a:r>
            <a:r>
              <a:rPr lang="da-DK" sz="2400" dirty="0"/>
              <a:t> Global error handling.</a:t>
            </a:r>
          </a:p>
          <a:p>
            <a:r>
              <a:rPr lang="da-DK" sz="2400" dirty="0"/>
              <a:t> </a:t>
            </a:r>
            <a:r>
              <a:rPr lang="en-IN" sz="2400" b="1" dirty="0"/>
              <a:t>Testing Module:</a:t>
            </a:r>
            <a:r>
              <a:rPr lang="en-IN" sz="2400" dirty="0"/>
              <a:t> JUnit-based tests.</a:t>
            </a:r>
          </a:p>
        </p:txBody>
      </p:sp>
    </p:spTree>
    <p:extLst>
      <p:ext uri="{BB962C8B-B14F-4D97-AF65-F5344CB8AC3E}">
        <p14:creationId xmlns:p14="http://schemas.microsoft.com/office/powerpoint/2010/main" val="188527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236D-2657-8A01-EBB1-B8F9320E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72" y="256769"/>
            <a:ext cx="6598232" cy="991927"/>
          </a:xfrm>
        </p:spPr>
        <p:txBody>
          <a:bodyPr/>
          <a:lstStyle/>
          <a:p>
            <a:r>
              <a:rPr lang="en-IN" dirty="0"/>
              <a:t>Backend Layer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DF0DF-EBAA-5B4C-34AE-FBDD598D6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168" y="1519993"/>
            <a:ext cx="9016179" cy="50812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Controller Layer</a:t>
            </a:r>
          </a:p>
          <a:p>
            <a:r>
              <a:rPr lang="en-US" sz="2400" dirty="0"/>
              <a:t>Exposes REST endpoints for client usage.</a:t>
            </a:r>
          </a:p>
          <a:p>
            <a:r>
              <a:rPr lang="en-US" sz="2400" dirty="0"/>
              <a:t>Handles API requests and responses.</a:t>
            </a:r>
          </a:p>
          <a:p>
            <a:pPr marL="0" indent="0">
              <a:buNone/>
            </a:pPr>
            <a:r>
              <a:rPr lang="en-US" sz="2400" b="1" dirty="0"/>
              <a:t>Service Layer</a:t>
            </a:r>
          </a:p>
          <a:p>
            <a:r>
              <a:rPr lang="en-US" sz="2400" dirty="0"/>
              <a:t>Contains core business logic.</a:t>
            </a:r>
          </a:p>
          <a:p>
            <a:r>
              <a:rPr lang="en-US" sz="2400" dirty="0"/>
              <a:t>Acts as a bridge between controller and repository.</a:t>
            </a:r>
          </a:p>
          <a:p>
            <a:pPr marL="0" indent="0">
              <a:buNone/>
            </a:pPr>
            <a:r>
              <a:rPr lang="en-US" sz="2400" b="1" dirty="0"/>
              <a:t>Repository Layer</a:t>
            </a:r>
          </a:p>
          <a:p>
            <a:r>
              <a:rPr lang="en-US" sz="2400" dirty="0"/>
              <a:t>Interacts with MySQL database using JPA.</a:t>
            </a:r>
          </a:p>
          <a:p>
            <a:r>
              <a:rPr lang="en-US" sz="2400" dirty="0"/>
              <a:t>Performs CRUD operations.</a:t>
            </a:r>
          </a:p>
          <a:p>
            <a:pPr marL="0" indent="0">
              <a:buNone/>
            </a:pPr>
            <a:r>
              <a:rPr lang="en-US" sz="2400" b="1" dirty="0"/>
              <a:t>Model Layer</a:t>
            </a:r>
          </a:p>
          <a:p>
            <a:r>
              <a:rPr lang="en-US" sz="2400" dirty="0"/>
              <a:t>Defines entity classes mapped to database tables.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0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A297-AD1D-43E9-5898-15D1DE9C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020" y="256770"/>
            <a:ext cx="6165612" cy="1011592"/>
          </a:xfrm>
        </p:spPr>
        <p:txBody>
          <a:bodyPr/>
          <a:lstStyle/>
          <a:p>
            <a:r>
              <a:rPr lang="en-IN" dirty="0"/>
              <a:t>Backend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1512-7ADC-36DE-409F-FAED9D04B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046" y="1884746"/>
            <a:ext cx="9931367" cy="4142428"/>
          </a:xfrm>
        </p:spPr>
        <p:txBody>
          <a:bodyPr>
            <a:normAutofit/>
          </a:bodyPr>
          <a:lstStyle/>
          <a:p>
            <a:r>
              <a:rPr lang="en-IN" sz="2800" dirty="0"/>
              <a:t> Fully functional REST-based backend.</a:t>
            </a:r>
          </a:p>
          <a:p>
            <a:r>
              <a:rPr lang="en-IN" sz="2800" dirty="0"/>
              <a:t> Handles request validation and error messages.</a:t>
            </a:r>
          </a:p>
          <a:p>
            <a:r>
              <a:rPr lang="en-IN" sz="2800" dirty="0"/>
              <a:t> </a:t>
            </a:r>
            <a:r>
              <a:rPr lang="en-US" sz="2800" dirty="0"/>
              <a:t>Service layer ensures proper business flow.</a:t>
            </a:r>
          </a:p>
          <a:p>
            <a:r>
              <a:rPr lang="en-US" sz="2800" dirty="0"/>
              <a:t> </a:t>
            </a:r>
            <a:r>
              <a:rPr lang="en-IN" sz="2800" dirty="0"/>
              <a:t>Supports external integrations like Google APIs.</a:t>
            </a:r>
          </a:p>
          <a:p>
            <a:r>
              <a:rPr lang="en-IN" sz="2800" dirty="0"/>
              <a:t> </a:t>
            </a:r>
            <a:r>
              <a:rPr lang="en-US" sz="2800" dirty="0"/>
              <a:t>Sends automated emails using mail service.</a:t>
            </a:r>
          </a:p>
          <a:p>
            <a:r>
              <a:rPr lang="en-US" sz="2800" dirty="0"/>
              <a:t> Implements strong security using JWT and Spring Security.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356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1641-E0C0-E189-1534-D0E923CD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9" y="187944"/>
            <a:ext cx="6185277" cy="1011591"/>
          </a:xfrm>
        </p:spPr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2C2F-8ACB-24EC-C81D-E9A76686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1" y="1563330"/>
            <a:ext cx="9753601" cy="4827638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/>
              <a:t>Database Used:</a:t>
            </a:r>
            <a:r>
              <a:rPr lang="en-IN" sz="2800" dirty="0"/>
              <a:t> MySQL</a:t>
            </a:r>
          </a:p>
          <a:p>
            <a:pPr marL="0" indent="0">
              <a:buNone/>
            </a:pPr>
            <a:r>
              <a:rPr lang="en-IN" sz="2800" dirty="0"/>
              <a:t>Features :</a:t>
            </a:r>
          </a:p>
          <a:p>
            <a:r>
              <a:rPr lang="en-IN" sz="2800" dirty="0"/>
              <a:t> </a:t>
            </a:r>
            <a:r>
              <a:rPr lang="en-US" sz="2800" dirty="0"/>
              <a:t>Tables created using JPA entity classes.</a:t>
            </a:r>
          </a:p>
          <a:p>
            <a:r>
              <a:rPr lang="en-US" sz="2800" dirty="0"/>
              <a:t> </a:t>
            </a:r>
            <a:r>
              <a:rPr lang="en-IN" sz="2800" dirty="0"/>
              <a:t>Relationships implemented (One-to-One, One-to-Many).</a:t>
            </a:r>
          </a:p>
          <a:p>
            <a:r>
              <a:rPr lang="en-IN" sz="2800" dirty="0"/>
              <a:t> </a:t>
            </a:r>
            <a:r>
              <a:rPr lang="it-IT" sz="2800" dirty="0"/>
              <a:t>Auto schema generation via Hibernate</a:t>
            </a:r>
          </a:p>
          <a:p>
            <a:r>
              <a:rPr lang="it-IT" sz="2800" dirty="0"/>
              <a:t> </a:t>
            </a:r>
            <a:r>
              <a:rPr lang="en-IN" sz="2800" dirty="0"/>
              <a:t>Ensures structured data storage.</a:t>
            </a:r>
          </a:p>
          <a:p>
            <a:r>
              <a:rPr lang="en-IN" sz="2800" dirty="0"/>
              <a:t> </a:t>
            </a:r>
            <a:r>
              <a:rPr lang="en-US" sz="2800" dirty="0"/>
              <a:t>Queries handled automatically through JPA.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8714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35AA-ADB8-264C-64E5-80582E7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42" y="325595"/>
            <a:ext cx="5683832" cy="1011592"/>
          </a:xfrm>
        </p:spPr>
        <p:txBody>
          <a:bodyPr/>
          <a:lstStyle/>
          <a:p>
            <a:r>
              <a:rPr lang="en-IN" dirty="0"/>
              <a:t>Validation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0C6B-9D88-C4B4-24A7-B78CE2A1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508" y="1792468"/>
            <a:ext cx="9876897" cy="4867756"/>
          </a:xfrm>
        </p:spPr>
        <p:txBody>
          <a:bodyPr>
            <a:normAutofit/>
          </a:bodyPr>
          <a:lstStyle/>
          <a:p>
            <a:r>
              <a:rPr lang="en-IN" sz="2400" dirty="0"/>
              <a:t>Validates incoming user data.</a:t>
            </a:r>
          </a:p>
          <a:p>
            <a:r>
              <a:rPr lang="en-IN" sz="2400" dirty="0"/>
              <a:t> Implements JSR-380 (Bean Validation).</a:t>
            </a:r>
          </a:p>
          <a:p>
            <a:r>
              <a:rPr lang="en-IN" sz="2400" dirty="0"/>
              <a:t> Common validations include:</a:t>
            </a:r>
          </a:p>
          <a:p>
            <a:r>
              <a:rPr lang="en-IN" sz="2400" dirty="0"/>
              <a:t> @NotNull</a:t>
            </a:r>
          </a:p>
          <a:p>
            <a:r>
              <a:rPr lang="en-IN" sz="2400" dirty="0"/>
              <a:t> @Email</a:t>
            </a:r>
          </a:p>
          <a:p>
            <a:r>
              <a:rPr lang="en-IN" sz="2400" dirty="0"/>
              <a:t> @Size</a:t>
            </a:r>
          </a:p>
          <a:p>
            <a:r>
              <a:rPr lang="en-IN" sz="2400" dirty="0"/>
              <a:t> @Pattern</a:t>
            </a:r>
          </a:p>
          <a:p>
            <a:r>
              <a:rPr lang="en-IN" sz="2400" dirty="0"/>
              <a:t> </a:t>
            </a:r>
            <a:r>
              <a:rPr lang="en-US" sz="2400" dirty="0"/>
              <a:t>Prevents system errors and improves data quality.</a:t>
            </a:r>
          </a:p>
          <a:p>
            <a:r>
              <a:rPr lang="en-US" sz="2400" dirty="0"/>
              <a:t> Ensures proper error messages through exception handling.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7351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E2FE-B7A8-1437-9358-D1C07C71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9" y="286267"/>
            <a:ext cx="6971858" cy="1090250"/>
          </a:xfrm>
        </p:spPr>
        <p:txBody>
          <a:bodyPr/>
          <a:lstStyle/>
          <a:p>
            <a:r>
              <a:rPr lang="en-IN" dirty="0"/>
              <a:t>Email Notification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07FB-1663-3D11-7BDF-EC0F0C472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651" y="1887794"/>
            <a:ext cx="9223445" cy="4090219"/>
          </a:xfrm>
        </p:spPr>
        <p:txBody>
          <a:bodyPr>
            <a:normAutofit/>
          </a:bodyPr>
          <a:lstStyle/>
          <a:p>
            <a:r>
              <a:rPr lang="en-IN" sz="2800" dirty="0"/>
              <a:t> Uses Spring Boot Starter Mail.</a:t>
            </a:r>
          </a:p>
          <a:p>
            <a:pPr marL="0" indent="0">
              <a:buNone/>
            </a:pPr>
            <a:r>
              <a:rPr lang="en-IN" sz="2800" dirty="0"/>
              <a:t>    Sends emails for:</a:t>
            </a:r>
          </a:p>
          <a:p>
            <a:r>
              <a:rPr lang="en-IN" sz="2800" dirty="0"/>
              <a:t> Low stock of products</a:t>
            </a:r>
          </a:p>
          <a:p>
            <a:r>
              <a:rPr lang="en-IN" sz="2800" dirty="0"/>
              <a:t> Order conformation</a:t>
            </a:r>
          </a:p>
          <a:p>
            <a:r>
              <a:rPr lang="en-IN" sz="2800" dirty="0"/>
              <a:t> Configured with SMTP properties.</a:t>
            </a:r>
          </a:p>
          <a:p>
            <a:r>
              <a:rPr lang="en-IN" sz="2800" dirty="0"/>
              <a:t> </a:t>
            </a:r>
            <a:r>
              <a:rPr lang="en-US" sz="2800" dirty="0"/>
              <a:t>Integrated with service layer for automatic sending.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4155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8F3B-6DDD-1748-9458-28263659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33" y="296098"/>
            <a:ext cx="6775212" cy="1119747"/>
          </a:xfrm>
        </p:spPr>
        <p:txBody>
          <a:bodyPr/>
          <a:lstStyle/>
          <a:p>
            <a:r>
              <a:rPr lang="en-IN" dirty="0"/>
              <a:t>JUnit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D1E6-E67F-90C0-8E9F-33387AA92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8454" y="1959619"/>
            <a:ext cx="5674294" cy="4706652"/>
          </a:xfrm>
        </p:spPr>
        <p:txBody>
          <a:bodyPr>
            <a:normAutofit/>
          </a:bodyPr>
          <a:lstStyle/>
          <a:p>
            <a:r>
              <a:rPr lang="en-IN" sz="2400" dirty="0"/>
              <a:t>Tools Used</a:t>
            </a:r>
          </a:p>
          <a:p>
            <a:r>
              <a:rPr lang="en-IN" sz="2400" dirty="0"/>
              <a:t> JUnit Jupiter (API + Engine)</a:t>
            </a:r>
          </a:p>
          <a:p>
            <a:r>
              <a:rPr lang="en-IN" sz="2400" dirty="0"/>
              <a:t> Spring Boot Test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AssertJ</a:t>
            </a:r>
            <a:r>
              <a:rPr lang="en-IN" sz="2400" dirty="0"/>
              <a:t> for fluent assertions</a:t>
            </a:r>
          </a:p>
          <a:p>
            <a:endParaRPr lang="en-IN" sz="2400" dirty="0"/>
          </a:p>
          <a:p>
            <a:r>
              <a:rPr lang="en-US" sz="2400" b="1" dirty="0"/>
              <a:t>Outcome</a:t>
            </a:r>
          </a:p>
          <a:p>
            <a:r>
              <a:rPr lang="en-US" sz="2400" dirty="0"/>
              <a:t>Ensures system accuracy and reliability.</a:t>
            </a:r>
          </a:p>
          <a:p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5385-51EE-2DD4-4BD2-AB352067A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5902" y="1959618"/>
            <a:ext cx="4821298" cy="3241648"/>
          </a:xfrm>
        </p:spPr>
        <p:txBody>
          <a:bodyPr>
            <a:normAutofit/>
          </a:bodyPr>
          <a:lstStyle/>
          <a:p>
            <a:r>
              <a:rPr lang="en-IN" sz="2400" dirty="0"/>
              <a:t> Tests Performed</a:t>
            </a:r>
          </a:p>
          <a:p>
            <a:r>
              <a:rPr lang="en-IN" sz="2400" dirty="0"/>
              <a:t> Controller Testing</a:t>
            </a:r>
          </a:p>
          <a:p>
            <a:r>
              <a:rPr lang="en-IN" sz="2400" dirty="0"/>
              <a:t> Service Layer Testing</a:t>
            </a:r>
          </a:p>
          <a:p>
            <a:r>
              <a:rPr lang="en-IN" sz="2400" dirty="0"/>
              <a:t> Repository Testing</a:t>
            </a:r>
          </a:p>
          <a:p>
            <a:r>
              <a:rPr lang="en-IN" sz="2400" dirty="0"/>
              <a:t> API Response Testing</a:t>
            </a:r>
          </a:p>
          <a:p>
            <a:r>
              <a:rPr lang="en-IN" sz="2400" dirty="0"/>
              <a:t> Error Handling Testing</a:t>
            </a:r>
          </a:p>
        </p:txBody>
      </p:sp>
    </p:spTree>
    <p:extLst>
      <p:ext uri="{BB962C8B-B14F-4D97-AF65-F5344CB8AC3E}">
        <p14:creationId xmlns:p14="http://schemas.microsoft.com/office/powerpoint/2010/main" val="4127999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7543-9F23-1383-7E64-6A6E1D5C3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781" y="335428"/>
            <a:ext cx="6480245" cy="114924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C941-CE5F-A1D6-C75B-8DCB93BC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665" y="1851464"/>
            <a:ext cx="9262774" cy="4106885"/>
          </a:xfrm>
        </p:spPr>
        <p:txBody>
          <a:bodyPr/>
          <a:lstStyle/>
          <a:p>
            <a:r>
              <a:rPr lang="en-IN" sz="2800" dirty="0"/>
              <a:t> </a:t>
            </a:r>
            <a:r>
              <a:rPr lang="en-US" sz="2800" dirty="0"/>
              <a:t>A fully functional backend system was successfully built.</a:t>
            </a:r>
          </a:p>
          <a:p>
            <a:r>
              <a:rPr lang="en-US" sz="2800" dirty="0"/>
              <a:t> Provides secure authentication, validations, and robust processing.</a:t>
            </a:r>
          </a:p>
          <a:p>
            <a:r>
              <a:rPr lang="en-US" sz="2800" dirty="0"/>
              <a:t> Includes integration with email and Google services.</a:t>
            </a:r>
          </a:p>
          <a:p>
            <a:r>
              <a:rPr lang="en-US" sz="2800" dirty="0"/>
              <a:t> Ensures quality with JUnit test cases.</a:t>
            </a:r>
          </a:p>
          <a:p>
            <a:r>
              <a:rPr lang="en-US" sz="2800" dirty="0"/>
              <a:t> </a:t>
            </a:r>
            <a:r>
              <a:rPr lang="en-IN" sz="2800" dirty="0"/>
              <a:t>Scalable for future improvements.</a:t>
            </a:r>
          </a:p>
          <a:p>
            <a:r>
              <a:rPr lang="en-IN" sz="2800" dirty="0"/>
              <a:t> </a:t>
            </a:r>
            <a:r>
              <a:rPr lang="en-US" sz="2800" dirty="0"/>
              <a:t>Easy to integrate with any frontend.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630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F2AE-A63F-82AF-E9BD-8C4A5260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16" y="1013852"/>
            <a:ext cx="8977638" cy="5259127"/>
          </a:xfrm>
        </p:spPr>
        <p:txBody>
          <a:bodyPr>
            <a:normAutofit/>
          </a:bodyPr>
          <a:lstStyle/>
          <a:p>
            <a:r>
              <a:rPr lang="en-IN" sz="8800" dirty="0"/>
              <a:t>Thank you very much!!</a:t>
            </a:r>
          </a:p>
        </p:txBody>
      </p:sp>
    </p:spTree>
    <p:extLst>
      <p:ext uri="{BB962C8B-B14F-4D97-AF65-F5344CB8AC3E}">
        <p14:creationId xmlns:p14="http://schemas.microsoft.com/office/powerpoint/2010/main" val="30874584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211</TotalTime>
  <Words>734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Parcel</vt:lpstr>
      <vt:lpstr>Inventory Management System</vt:lpstr>
      <vt:lpstr>Introduction</vt:lpstr>
      <vt:lpstr>Project Objective</vt:lpstr>
      <vt:lpstr>System Overview</vt:lpstr>
      <vt:lpstr>System Architecture</vt:lpstr>
      <vt:lpstr>Technology Stack</vt:lpstr>
      <vt:lpstr>Frontend overview</vt:lpstr>
      <vt:lpstr>dashboards</vt:lpstr>
      <vt:lpstr>Project Modules</vt:lpstr>
      <vt:lpstr>Backend Layer Explanation</vt:lpstr>
      <vt:lpstr>Backend Features</vt:lpstr>
      <vt:lpstr>Database Design</vt:lpstr>
      <vt:lpstr>Validation Module</vt:lpstr>
      <vt:lpstr>Email Notification Module</vt:lpstr>
      <vt:lpstr>JUnit Testing</vt:lpstr>
      <vt:lpstr>Conclusion</vt:lpstr>
      <vt:lpstr>Thank you very much!!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srinu jp</dc:creator>
  <cp:lastModifiedBy>srinu jp</cp:lastModifiedBy>
  <cp:revision>2</cp:revision>
  <dcterms:created xsi:type="dcterms:W3CDTF">2025-12-05T06:34:03Z</dcterms:created>
  <dcterms:modified xsi:type="dcterms:W3CDTF">2025-12-05T10:05:44Z</dcterms:modified>
</cp:coreProperties>
</file>